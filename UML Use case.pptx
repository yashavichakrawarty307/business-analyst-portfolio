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9Oxgl86xejbe"/>
  <p:tag name="LUCID-DOCUMENT" val="5d531679-1052-4cfe-97e3-b8908d4f1498"/>
  <p:tag name="LUCID-UPDATE-TIME" val="176647834667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